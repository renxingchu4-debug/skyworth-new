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SKYWORTH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学习激励与管理平台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18288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在线学习 · 销售管理 · 激励体系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项目背景与痛点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74904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培训效率低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传统线下培训覆盖范围有限，无法规模化触达一线销售人员，培训周期长、成本高。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74904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88720"/>
            <a:ext cx="54864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销售数据难采集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销售记录依赖手工填写，数据不准确、不及时，管理层难以掌握真实销售情况。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74904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34640"/>
            <a:ext cx="54864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激励手段单一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缺乏有效的即时激励机制，销售人员学习积极性和销售动力不足，留存率低。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834640"/>
            <a:ext cx="374904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834640"/>
            <a:ext cx="54864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管理成本高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培训组织、数据汇总、激励发放全流程依赖人工，效率低下，无法实现数字化运营。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解决方案总览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三大核心模块，构建数字化学习激励闭环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2560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在线学习系统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5大课程分类，视频+图文+测验，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学习进度追踪，完成即获积分奖励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25603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销售管理系统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OCR条码自动识别录入，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销售排行与数据看板，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实时掌握销售动态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256032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737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激励体系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学习赚积分，销售换积分，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幸运大转盘抽奖，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积分商城兑换实物奖品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06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 — 学习培训系统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打造系统化产品知识学习平台，覆盖从入门到精通的全链路培训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5大课程分类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品牌认知、电视基础、产品培训、操作指南、常见问题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402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多媒体教学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视频课程 + 图文教程 + 互动测验，多形式强化学习效果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在线测验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每课配套选择题测验，即时评分反馈，确保知识掌握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794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积分激励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041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完成课程自动获得积分，学习进度可视化，激发学习动力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371600"/>
            <a:ext cx="3017520" cy="2743200"/>
          </a:xfrm>
          <a:prstGeom prst="rect">
            <a:avLst/>
          </a:prstGeom>
          <a:solidFill>
            <a:srgbClr val="E8F0F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学习中心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69280" y="2359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课程大类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69280" y="3044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课程章节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669280" y="3730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进度追踪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 — 销售管理与激励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智能识别 + 抽奖转盘 + 积分商城，三位一体激励闭环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 条码识别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拍照识别销售小票条码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自动录入型号、数量、日期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08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销售排行榜实时更新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83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数据看板直观呈现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265176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幸运大转盘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旋转转盘，视觉冲击力强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个奖品位，奖品可灵活配置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008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消耗积分参与抽奖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483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中奖结果公示，公平透明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65176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积分商城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学习+销售双重积分获取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实物奖品在线兑换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008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兑换记录追踪管理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483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库存自动扣减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4526280"/>
            <a:ext cx="6400800" cy="320040"/>
          </a:xfrm>
          <a:prstGeom prst="rect">
            <a:avLst/>
          </a:prstGeom>
          <a:solidFill>
            <a:srgbClr val="E8F0F6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学习/销售 → 赚取积分 → 抽奖/兑换 → 持续激励 → 学习/销售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前端 + Node.js 后端 + Supabase 云数据库，稳定可靠的多层架构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73152" cy="7132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72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SPA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746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CSS3 + Vanilla 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4721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单页应用，无刷新切换，响应式适配手机/平板/桌面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86000"/>
            <a:ext cx="73152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后端服务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615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3408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API，用户认证，数据校验，文件上传处理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54680"/>
            <a:ext cx="73152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483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(PostgreSQL)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20954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云端托管，实时数据同步，自动备份，Row Level Security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23360"/>
            <a:ext cx="73152" cy="7132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存储降级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多层存储策略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407822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→ JSON 文件 → LocalStorage，确保数据不丢失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部署方案：GitHub Actions → Render 云平台自动部署 → HTTPS 全球访问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对销售与培训的价值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六大核心价值，赋能一线销售团队，驱动业务增长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54480"/>
            <a:ext cx="18745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降低培训成本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在线化培训替代线下集训，覆盖全员零边际成本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554480"/>
            <a:ext cx="18745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提升销售转化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系统化产品知识赋能，销售人员更专业，成交率更高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554480"/>
            <a:ext cx="18745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数据驱动决策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销售数据实时汇总，管理层精准掌握区域销售动态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200400"/>
            <a:ext cx="18745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激发学习动力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721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积分+抽奖+兑换，游戏化激励让学习变得有趣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3200400"/>
            <a:ext cx="18745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规范化管理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3721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自动录入减少人为误差，统一数据标准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3200400"/>
            <a:ext cx="187452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持续迭代升级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09360" y="37216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云端部署，功能快速迭代，随时响应业务需求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13716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五大功能板块全部上线运行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支持 Web / 移动端多端访问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学习 + 销售 + 激励完整闭环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云端部署，7×24 小时可用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课程内容持续丰富，覆盖更多产品线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引入 AI 智能推荐学习路径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增强数据分析看板与报表导出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多语言支持，扩展至更多海外市场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457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SKYWORTH 学习激励与管理平台 — 项目汇报</dc:title>
  <dc:subject>PptxGenJS Presentation</dc:subject>
  <dc:creator>SKYWORTH Team</dc:creator>
  <cp:lastModifiedBy>SKYWORTH Team</cp:lastModifiedBy>
  <cp:revision>1</cp:revision>
  <dcterms:created xsi:type="dcterms:W3CDTF">2026-07-05T18:44:44Z</dcterms:created>
  <dcterms:modified xsi:type="dcterms:W3CDTF">2026-07-05T18:44:44Z</dcterms:modified>
</cp:coreProperties>
</file>