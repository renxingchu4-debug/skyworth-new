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2926080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05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SKYWORTH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学习激励与管理平台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智能销售培训 × 数据驱动激励 × 一站式管理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项目汇报 | 2025.01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项目背景与痛点分析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SKYWORTH 在赞比亚拥有 7 个省份、30+ 门店的销售网络，前线销售人员需要及时掌握产品知识以提升销售转化率。传统培训方式面临：培训资料分散、学习进度难追踪、销售数据采集低效、激励手段单一等问题。需要一个统一的数字化平台来解决这些痛点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04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培训效率低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249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资料分散、缺乏统一平台，培训效果难以量化评估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219456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194560"/>
            <a:ext cx="54864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2304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销售数据采集难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7249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手动记录易出错，缺乏实时数据汇总和排行机制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54864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75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激励手段单一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0965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缺乏多元化的激励体系，销售人员学习积极性不足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56616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566160"/>
            <a:ext cx="54864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675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管理成本高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40965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数据分散在各地，管理者无法实时掌握全局情况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解决方案总览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2514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2514600" cy="54864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📖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在线学习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Center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5大课程分类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视频+测验+积分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00200" y="1188720"/>
            <a:ext cx="594360" cy="594360"/>
          </a:xfrm>
          <a:prstGeom prst="ellipse">
            <a:avLst/>
          </a:prstGeom>
          <a:solidFill>
            <a:srgbClr val="1867E8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0" y="1371600"/>
            <a:ext cx="2514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371600"/>
            <a:ext cx="2514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6459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61188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销售管理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1188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OCR识别+数据排行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记录追踪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11887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1371600"/>
            <a:ext cx="2514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371600"/>
            <a:ext cx="25146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6459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🎁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4652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激励体系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System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抽奖转盘+积分商城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公告推送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69480" y="118872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92608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76072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板块一：学习培训中心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6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Center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371600" cy="36576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为销售人员提供系统化的产品知识学习平台，涵盖公司介绍、电视基础知识、产品培训、操作步骤和常见问题五大课程分类，支持视频播放、PDF资料阅读和在线测验。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4864" cy="347472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5大课程分类，系统化产品培训体系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07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视频教学 + 测验答题，学练结合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82696"/>
            <a:ext cx="5486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826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自动追踪学习进度，断点续学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58184"/>
            <a:ext cx="54864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581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完成课程获得积分，积分可兑换奖励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33672"/>
            <a:ext cx="54864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33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YouTube 视频嵌入和文件下载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9260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371600"/>
            <a:ext cx="2926080" cy="54864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67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2514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培训覆盖率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67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新人上手周期缩短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657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67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实时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2648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学习进度追踪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板块二：幸运抽奖系统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Draw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3716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销售人员完成产品学习或提交有效销售记录后，获得抽奖资格。通过3D幸运转轮抽取QLED TV、积分、实物礼品等奖品，增强培训参与度和销售积极性。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4864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提交销售记录（型号+收据照片）解锁抽奖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54864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07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9个奖品位：电视、积分、实物礼品等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82696"/>
            <a:ext cx="54864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826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3D视觉转轮动画，增强体验感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58184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581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自动计算可用抽奖次数，防止刷奖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33672"/>
            <a:ext cx="5486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33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中奖者公示榜，营造良性竞争氛围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9260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371600"/>
            <a:ext cx="29260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2514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销售参与度提升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游戏化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激励机制驱动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657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规范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2648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销售记录提交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板块三：积分商城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Mall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销售人员通过学习课程和参与活动获取积分，在积分商城中兑换环保袋、电动牙刷、蓝牙耳机、剃须刀等实物奖励，形成「学习→积分→兑换」的正向循环激励体系。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486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8+种实物商品可供兑换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54864" cy="347472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07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多档积分兑换，满足不同积分水平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82696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826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积分获取渠道：学习课程、抽奖中奖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58184"/>
            <a:ext cx="54864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581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库存管理，自动扣减，防止超兑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33672"/>
            <a:ext cx="54864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33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兑换记录全程可追溯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9260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371600"/>
            <a:ext cx="29260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2514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学习参与率提升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正向循环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学习→积分→兑换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657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自我驱动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2648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学习文化形成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板块四：销售记录管理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集成OCR智能识别技术，支持拍照或上传收据/条码照片自动识别电视型号和序列号，大幅降低手动录入错误率。同时提供同店周排行榜和销售记录追踪功能。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OCR智能识别：拍照自动提取型号和序列号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54864" cy="347472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07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支持手动编辑，确保数据准确无误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82696"/>
            <a:ext cx="54864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826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同店周销售排行榜，激发内部竞争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58184"/>
            <a:ext cx="5486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581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历史销售记录一键查询和追溯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33672"/>
            <a:ext cx="54864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33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销售数据自动关联抽奖资格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9260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371600"/>
            <a:ext cx="29260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2514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录入效率提升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数据准确率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657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实时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2648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销售动态掌握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板块五：智能公告栏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3716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痛点：品牌推广激励计划难以及时触达一线导购，新品主推信息传达滞后，活动规则口头传递易失真。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登录即弹窗推送，导购必须点击已读确认才能进入平台，确保每位销售人员都能第一时间接收品牌激励政策和主推产品信息。支持版本控制，公告更新后自动重新推送。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4864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登录强制弹窗，已读确认后方可使用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82112"/>
            <a:ext cx="54864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182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支持富文本+Emoji，视觉清晰减阅读负担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21024"/>
            <a:ext cx="54864" cy="320040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210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版本号控制，公告更新自动重新推送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59936"/>
            <a:ext cx="54864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599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localStorage已读标记，同版本不重复弹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98848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498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后台一键编辑公告内容，即时生效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71600"/>
            <a:ext cx="27432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传播闭环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品牌发布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激励计划 &amp; 主推产品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4323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2761488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2724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公告推送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2944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登录弹窗 100%触达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07238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3401568"/>
            <a:ext cx="329184" cy="329184"/>
          </a:xfrm>
          <a:prstGeom prst="ellipse">
            <a:avLst/>
          </a:prstGeom>
          <a:solidFill>
            <a:srgbClr val="1867E8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20840" y="3364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已读确认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强制阅读 信息到位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71246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4041648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行动转化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20840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导购明确主推方向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480560"/>
            <a:ext cx="8412480" cy="457200"/>
          </a:xfrm>
          <a:prstGeom prst="rect">
            <a:avLst/>
          </a:prstGeom>
          <a:solidFill>
            <a:srgbClr val="07162F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核心价值：推广信息100%触达率，新品主推方向零时差传达，品牌激励政策快速落地，导购行动方向清晰统一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板块六：管理后台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37160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为管理者提供一站式数据管理后台，支持用户、课程、测验、抽奖、销售、兑换、公告全量数据查看，配备4大仪表盘和CSV数据导出功能，实现数据驱动决策。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4864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4大仪表盘：活跃用户、抽奖、兑换、销售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54864" cy="347472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07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全量数据表格查看与筛选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82696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826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课程和礼品 CRUD 在线管理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58184"/>
            <a:ext cx="54864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581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CSV一键导出，支持Excel分析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33672"/>
            <a:ext cx="54864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33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数据备份与恢复，保障数据安全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9260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371600"/>
            <a:ext cx="292608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实时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2514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全局数据查看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报表制作时间节省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657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数据驱动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2648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决策效率提升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技术架构与未来展望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463040" cy="365760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188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Vanilla JS + CSS3，SPA单页应用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14630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190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7190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Express，RESTful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146304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24942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(PostgreSQL)，云端持久化存储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146304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797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存储降级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77977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+ localStorage + 内存三级降级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146304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101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3101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前端智能识别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146304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840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自动部署，Git Push 即上线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18288"/>
          </a:xfrm>
          <a:prstGeom prst="rect">
            <a:avLst/>
          </a:prstGeom>
          <a:solidFill>
            <a:srgbClr val="1867E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多语言支持（英语/中文切换）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移动端 PWA 离线可用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434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智能学习推荐与个性化课程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709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更多品牌联动推广活动模板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SKYWORTH 学习激励与管理平台 - 项目汇报</dc:title>
  <dc:subject>PptxGenJS Presentation</dc:subject>
  <dc:creator>SKYWORTH Team</dc:creator>
  <cp:lastModifiedBy>SKYWORTH Team</cp:lastModifiedBy>
  <cp:revision>1</cp:revision>
  <dcterms:created xsi:type="dcterms:W3CDTF">2026-07-05T19:48:16Z</dcterms:created>
  <dcterms:modified xsi:type="dcterms:W3CDTF">2026-07-05T19:48:16Z</dcterms:modified>
</cp:coreProperties>
</file>